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3A67"/>
    <a:srgbClr val="EBEBEB"/>
    <a:srgbClr val="289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0"/>
    <p:restoredTop sz="94694"/>
  </p:normalViewPr>
  <p:slideViewPr>
    <p:cSldViewPr snapToGrid="0">
      <p:cViewPr varScale="1">
        <p:scale>
          <a:sx n="121" d="100"/>
          <a:sy n="121" d="100"/>
        </p:scale>
        <p:origin x="9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11289-DAE2-3E45-A987-66003AA8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8896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A95A7-A24B-7D98-731B-9FAC68F5E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8571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rgbClr val="2899D5"/>
                </a:solidFill>
                <a:latin typeface="Gilroy 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72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11289-DAE2-3E45-A987-66003AA8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8896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153A67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A95A7-A24B-7D98-731B-9FAC68F5E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8571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rgbClr val="2899D5"/>
                </a:solidFill>
                <a:latin typeface="Gilroy 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16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3D7F-AD2B-9476-AFD0-EF0867B84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383F4-5BCC-2D2E-2416-39B41E5BC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8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789B-7B89-5311-0E6F-50EB293B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19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561C-4747-25C0-DECA-4967BF145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B170E-A6D6-DFA9-F5CF-79AD4EB86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27788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FB416-42F6-7B28-392D-8F6CF492A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27788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8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2D6C-5BBF-EC57-AE35-5DA11C248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2226B-7F8D-294D-CC22-968D832AA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2CADD-2CD9-9A0A-78D5-4E71F7377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F8319D-377D-629D-AC96-243F98988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88FB10-BDBD-CE71-55BB-D5DE62D30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93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85BF-5C05-C974-C6BE-6F6246F0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4263"/>
            <a:ext cx="10515600" cy="70228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21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ED85-87A4-20B3-EB0B-71C3DE167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565663"/>
            <a:ext cx="3932237" cy="10548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2A229-7277-FE69-CB2E-734188289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672683"/>
            <a:ext cx="6172200" cy="41883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F17A49-92E9-B042-8D37-FD2F0B2AD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1" y="2935017"/>
            <a:ext cx="3932237" cy="26048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3DF9E-98B7-85A4-26B5-02710004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677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9AA6B-EED0-7BB0-13A8-26B085893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38507"/>
            <a:ext cx="6172200" cy="44225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F123D-20CC-95AE-F2B6-94628384C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3617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312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6CFDB8-8BEE-0DB4-B53E-C36C742C3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1300"/>
            <a:ext cx="10515600" cy="8965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70D20-D6E6-C22B-9189-A5F295AB3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96611"/>
            <a:ext cx="10515600" cy="3781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C32DDF-5C2F-80FA-DA4B-95DAFDDA75EE}"/>
              </a:ext>
            </a:extLst>
          </p:cNvPr>
          <p:cNvSpPr/>
          <p:nvPr userDrawn="1"/>
        </p:nvSpPr>
        <p:spPr>
          <a:xfrm rot="2742848">
            <a:off x="10723039" y="5516549"/>
            <a:ext cx="2768838" cy="2768838"/>
          </a:xfrm>
          <a:prstGeom prst="rect">
            <a:avLst/>
          </a:prstGeom>
          <a:solidFill>
            <a:srgbClr val="153A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626D4-3250-C7DA-65F3-D35644AFE235}"/>
              </a:ext>
            </a:extLst>
          </p:cNvPr>
          <p:cNvSpPr/>
          <p:nvPr userDrawn="1"/>
        </p:nvSpPr>
        <p:spPr>
          <a:xfrm rot="2682117">
            <a:off x="11155923" y="3515744"/>
            <a:ext cx="2768838" cy="2768838"/>
          </a:xfrm>
          <a:prstGeom prst="rect">
            <a:avLst/>
          </a:prstGeom>
          <a:solidFill>
            <a:srgbClr val="F9B0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B1451945-8BC6-2270-1F6D-A0B987F01D4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12933" y="5502369"/>
            <a:ext cx="3807150" cy="113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5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153A67"/>
          </a:solidFill>
          <a:latin typeface="Gilroy 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000" b="1" i="0" kern="1200">
          <a:solidFill>
            <a:schemeClr val="tx1"/>
          </a:solidFill>
          <a:latin typeface="Gilroy Bold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b="1" i="0" kern="1200">
          <a:solidFill>
            <a:schemeClr val="tx1"/>
          </a:solidFill>
          <a:latin typeface="Gilroy Bold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1" i="0" kern="1200">
          <a:solidFill>
            <a:schemeClr val="tx1"/>
          </a:solidFill>
          <a:latin typeface="Gilroy Bold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Gilroy Bold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Gilroy Bold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5FAC34-9E3D-E16D-EDA5-35DE940E3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8896"/>
            <a:ext cx="9144000" cy="1838075"/>
          </a:xfrm>
        </p:spPr>
        <p:txBody>
          <a:bodyPr/>
          <a:lstStyle/>
          <a:p>
            <a:r>
              <a:rPr lang="en-US" dirty="0"/>
              <a:t>Session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FF5A54E-4733-CE84-27CF-DA319C17C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7225"/>
            <a:ext cx="9144000" cy="424543"/>
          </a:xfrm>
        </p:spPr>
        <p:txBody>
          <a:bodyPr/>
          <a:lstStyle/>
          <a:p>
            <a:r>
              <a:rPr lang="en-US" dirty="0"/>
              <a:t>Speaker</a:t>
            </a:r>
          </a:p>
        </p:txBody>
      </p:sp>
    </p:spTree>
    <p:extLst>
      <p:ext uri="{BB962C8B-B14F-4D97-AF65-F5344CB8AC3E}">
        <p14:creationId xmlns:p14="http://schemas.microsoft.com/office/powerpoint/2010/main" val="1286694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68986-11D4-A9FA-34C7-00B81BB0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9AF4-5894-3AE6-E0C9-5BAABE6EF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Bullet</a:t>
            </a:r>
          </a:p>
          <a:p>
            <a:r>
              <a:rPr lang="en-US" dirty="0"/>
              <a:t>Bullet</a:t>
            </a:r>
          </a:p>
          <a:p>
            <a:r>
              <a:rPr lang="en-US" dirty="0"/>
              <a:t>Bullet</a:t>
            </a:r>
          </a:p>
          <a:p>
            <a:r>
              <a:rPr lang="en-US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83997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B1CA-4C4F-DEF6-D3B7-F7C0E49B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790B12-F4AF-4FA5-6F19-6F79179A9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8896"/>
            <a:ext cx="9144000" cy="183807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18831B-711E-86DC-E00F-42CB81FEF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7225"/>
            <a:ext cx="9144000" cy="424543"/>
          </a:xfrm>
        </p:spPr>
        <p:txBody>
          <a:bodyPr/>
          <a:lstStyle/>
          <a:p>
            <a:r>
              <a:rPr lang="en-US" dirty="0"/>
              <a:t>Speaker</a:t>
            </a:r>
          </a:p>
        </p:txBody>
      </p:sp>
    </p:spTree>
    <p:extLst>
      <p:ext uri="{BB962C8B-B14F-4D97-AF65-F5344CB8AC3E}">
        <p14:creationId xmlns:p14="http://schemas.microsoft.com/office/powerpoint/2010/main" val="1365415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Gilroy Bold</vt:lpstr>
      <vt:lpstr>Office Theme</vt:lpstr>
      <vt:lpstr>Session Title</vt:lpstr>
      <vt:lpstr>Page title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Ninnim</dc:creator>
  <cp:lastModifiedBy>Mark Ninnim</cp:lastModifiedBy>
  <cp:revision>8</cp:revision>
  <dcterms:created xsi:type="dcterms:W3CDTF">2026-01-06T10:46:21Z</dcterms:created>
  <dcterms:modified xsi:type="dcterms:W3CDTF">2026-01-06T11:27:56Z</dcterms:modified>
</cp:coreProperties>
</file>